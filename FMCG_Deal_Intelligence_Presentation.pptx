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520440"/>
            <a:ext cx="11686032" cy="6400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-1097280"/>
            <a:ext cx="3657600" cy="365760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914400"/>
            <a:ext cx="2926080" cy="4114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9326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 PRODUCT 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FMCG Deal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8BFF"/>
                </a:solidFill>
                <a:latin typeface="Calibri"/>
              </a:rPr>
              <a:t>Newsletter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FF"/>
                </a:solidFill>
                <a:latin typeface="Calibri"/>
              </a:rPr>
              <a:t>Turning unstructured market noise into actionable FMCG intelligence —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26280"/>
            <a:ext cx="5029200" cy="27432"/>
          </a:xfrm>
          <a:prstGeom prst="rect">
            <a:avLst/>
          </a:prstGeom>
          <a:solidFill>
            <a:srgbClr val="5A6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Akshat Banga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D8"/>
                </a:solidFill>
                <a:latin typeface="Calibri"/>
              </a:rPr>
              <a:t>AI / ML Engineer  ·  Full-Stack AI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6A85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A9C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B4E8"/>
                </a:solidFill>
                <a:latin typeface="Calibri"/>
              </a:rPr>
              <a:t>The FMCG intelligence gap that slows every analyst 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3383280" cy="347472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8BFF"/>
                </a:solidFill>
                <a:latin typeface="Calibri"/>
              </a:rPr>
              <a:t>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Information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39"/>
            <a:ext cx="31089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  <a:latin typeface="Calibri"/>
              </a:rPr>
              <a:t>100s of news articles, press releases &amp; market reports published daily.
No single source captures the full picture.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383280" cy="347472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8BFF"/>
                </a:solidFill>
                <a:latin typeface="Calibri"/>
              </a:rP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Manual Research Drain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39"/>
            <a:ext cx="31089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  <a:latin typeface="Calibri"/>
              </a:rPr>
              <a:t>Analysts spend 3–5 hours per day just gathering &amp; reading news.
High effort, low output — not scalable.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737360"/>
            <a:ext cx="3383280" cy="347472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73736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8BFF"/>
                </a:solidFill>
                <a:latin typeface="Calibri"/>
              </a:rPr>
              <a:t>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No Structured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06039"/>
            <a:ext cx="31089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  <a:latin typeface="Calibri"/>
              </a:rPr>
              <a:t>Raw news lacks context: deals aren't tagged, trends aren't surfaced, signals are buried in 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440680"/>
            <a:ext cx="1078992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💡  The result: slow, fragmented, and inconsistent market intelligence — when speed and accuracy matter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A9C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B4E8"/>
                </a:solidFill>
                <a:latin typeface="Calibri"/>
              </a:rPr>
              <a:t>An AI-powered platform that does the heavy lifting — end to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FFFFFF"/>
                </a:solidFill>
                <a:latin typeface="Calibri"/>
              </a:rPr>
              <a:t>"  Turning unstructured FMCG news into structured, AI-curated intelligence — delivered as an interactive newsletter dashboard.  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🔍  </a:t>
            </a:r>
            <a:r>
              <a:rPr sz="1500">
                <a:solidFill>
                  <a:srgbClr val="1A1A2E"/>
                </a:solidFill>
                <a:latin typeface="Calibri"/>
              </a:rPr>
              <a:t>Automated News Aggregation — continuously pulls FMCG articles, press releases &amp; deal announcements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🤖  </a:t>
            </a:r>
            <a:r>
              <a:rPr sz="1500">
                <a:solidFill>
                  <a:srgbClr val="1A1A2E"/>
                </a:solidFill>
                <a:latin typeface="Calibri"/>
              </a:rPr>
              <a:t>LLM-Powered Summarisation — AI condenses lengthy articles into crisp, 2–3 line executive summaries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🏷️  </a:t>
            </a:r>
            <a:r>
              <a:rPr sz="1500">
                <a:solidFill>
                  <a:srgbClr val="1A1A2E"/>
                </a:solidFill>
                <a:latin typeface="Calibri"/>
              </a:rPr>
              <a:t>Smart Categorisation — deals auto-tagged by type: Funding, M&amp;A, Product Launch, Expansion &amp; more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📊  </a:t>
            </a:r>
            <a:r>
              <a:rPr sz="1500">
                <a:solidFill>
                  <a:srgbClr val="1A1A2E"/>
                </a:solidFill>
                <a:latin typeface="Calibri"/>
              </a:rPr>
              <a:t>Interactive Dashboard — real-time, filterable frontend for instant access to curated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A9C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B4E8"/>
                </a:solidFill>
                <a:latin typeface="Calibri"/>
              </a:rPr>
              <a:t>A clean 4-layer pipeline: Ingest → Process → Analyse → Deliver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377440" cy="3200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37744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FF"/>
                </a:solidFill>
                <a:latin typeface="Calibri"/>
              </a:rPr>
              <a:t>DATA
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News APIs
Press Releases
RSS Feeds
Web Crawlers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F0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691640"/>
            <a:ext cx="2377440" cy="3200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1691640"/>
            <a:ext cx="237744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28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2423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FF"/>
                </a:solidFill>
                <a:latin typeface="Calibri"/>
              </a:rPr>
              <a:t>PROCESSING
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1546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Text Cleaning
De-duplication
Parsing
Metadata Tagging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F0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691640"/>
            <a:ext cx="2377440" cy="3200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691640"/>
            <a:ext cx="237744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1828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423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FF"/>
                </a:solidFill>
                <a:latin typeface="Calibri"/>
              </a:rPr>
              <a:t>AI /
LLM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546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Claude / GPT
Summarisation
Entity Extraction
Sentiment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F0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1691640"/>
            <a:ext cx="2377440" cy="3200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1691640"/>
            <a:ext cx="237744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1828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423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FF"/>
                </a:solidFill>
                <a:latin typeface="Calibri"/>
              </a:rPr>
              <a:t>FRONTEND
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1546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Next.js Dashboard
Filterable Feed
Newsletter View
Real-time Updates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120640"/>
            <a:ext cx="10789920" cy="59436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1846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Tech Stack: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1846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85"/>
                </a:solidFill>
                <a:latin typeface="Calibri"/>
              </a:rPr>
              <a:t>Python · FastAPI · LLM APIs (Claude/GPT) · Next.js · TypeScript · Railway (Backend) · Vercel (Frontend)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A9C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B4E8"/>
                </a:solidFill>
                <a:latin typeface="Calibri"/>
              </a:rPr>
              <a:t>Built for analysts who need intelligence, not just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3383280" cy="2103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8BFF"/>
                </a:solidFill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099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Smart AI Summarisation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FF"/>
                </a:solidFill>
                <a:latin typeface="Calibri"/>
              </a:rPr>
              <a:t>LLM reduces full articles to sharp 2–3 line summaries without losing key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600200"/>
            <a:ext cx="3383280" cy="2103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60020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8BFF"/>
                </a:solidFill>
                <a:latin typeface="Calibri"/>
              </a:rP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7099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Deal Intelligence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19456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FF"/>
                </a:solidFill>
                <a:latin typeface="Calibri"/>
              </a:rPr>
              <a:t>Automatically identifies &amp; structures M&amp;A deals, funding rounds, and partnerships.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1600200"/>
            <a:ext cx="3383280" cy="2103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160020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91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8BFF"/>
                </a:solidFill>
                <a:latin typeface="Calibri"/>
              </a:rPr>
              <a:t>🏷️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17099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Auto-Categorisation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19456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FF"/>
                </a:solidFill>
                <a:latin typeface="Calibri"/>
              </a:rPr>
              <a:t>Tags every story: Funding · M&amp;A · Expansion · Product · Regulatory.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31920"/>
            <a:ext cx="3383280" cy="2103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93192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2335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8BFF"/>
                </a:solidFill>
                <a:latin typeface="Calibri"/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41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Interactive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262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FF"/>
                </a:solidFill>
                <a:latin typeface="Calibri"/>
              </a:rPr>
              <a:t>Futuristic Next.js UI with real-time filters, search &amp; responsive design.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2" y="3931920"/>
            <a:ext cx="3383280" cy="2103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16552" y="393192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02335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8BFF"/>
                </a:solidFill>
                <a:latin typeface="Calibri"/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4041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Workflow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5262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FF"/>
                </a:solidFill>
                <a:latin typeface="Calibri"/>
              </a:rPr>
              <a:t>Zero manual curation — pipeline runs end-to-end with no human-in-the-loop.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7304" y="3931920"/>
            <a:ext cx="3383280" cy="2103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47304" y="3931920"/>
            <a:ext cx="338328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402335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8BFF"/>
                </a:solidFill>
                <a:latin typeface="Calibri"/>
              </a:rPr>
              <a:t>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041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API-First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5262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FF"/>
                </a:solidFill>
                <a:latin typeface="Calibri"/>
              </a:rPr>
              <a:t>FastAPI backend exposes clean endpoints; easily integrates with any consumer.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A9C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&amp;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B4E8"/>
                </a:solidFill>
                <a:latin typeface="Calibri"/>
              </a:rPr>
              <a:t>Measurable value — from day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2468880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2468880" cy="548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BF00"/>
                </a:solidFill>
                <a:latin typeface="Calibri"/>
              </a:rPr>
              <a:t>~70%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Reduction in manual
research effort (est.)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600200"/>
            <a:ext cx="2468880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00200"/>
            <a:ext cx="2468880" cy="548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91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BF00"/>
                </a:solidFill>
                <a:latin typeface="Calibri"/>
              </a:rPr>
              <a:t>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68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Faster access to
market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600200"/>
            <a:ext cx="2468880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600200"/>
            <a:ext cx="2468880" cy="548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BF00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Automation of the
curation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600200"/>
            <a:ext cx="2468880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600200"/>
            <a:ext cx="2468880" cy="548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691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BF00"/>
                </a:solidFill>
                <a:latin typeface="Calibri"/>
              </a:rPr>
              <a:t>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6888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FF"/>
                </a:solidFill>
                <a:latin typeface="Calibri"/>
              </a:rPr>
              <a:t>Scalable — handles
any volume of news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5204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✅  </a:t>
            </a:r>
            <a:r>
              <a:rPr sz="1500">
                <a:solidFill>
                  <a:srgbClr val="1A1A2E"/>
                </a:solidFill>
                <a:latin typeface="Calibri"/>
              </a:rPr>
              <a:t>Analysts get a structured daily briefing — no more tab-hopping across 10 sites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✅  </a:t>
            </a:r>
            <a:r>
              <a:rPr sz="1500">
                <a:solidFill>
                  <a:srgbClr val="1A1A2E"/>
                </a:solidFill>
                <a:latin typeface="Calibri"/>
              </a:rPr>
              <a:t>Decision-makers spot emerging FMCG trends before competitors do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✅  </a:t>
            </a:r>
            <a:r>
              <a:rPr sz="1500">
                <a:solidFill>
                  <a:srgbClr val="1A1A2E"/>
                </a:solidFill>
                <a:latin typeface="Calibri"/>
              </a:rPr>
              <a:t>Consistent, bias-free AI summaries replace inconsistent manual notes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✅  </a:t>
            </a:r>
            <a:r>
              <a:rPr sz="1500">
                <a:solidFill>
                  <a:srgbClr val="1A1A2E"/>
                </a:solidFill>
                <a:latin typeface="Calibri"/>
              </a:rPr>
              <a:t>Platform scales to cover new categories, regions &amp; data sources with zero rework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-457200"/>
            <a:ext cx="4114800" cy="411480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6ADC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Scope &amp;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85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B4E8"/>
                </a:solidFill>
                <a:latin typeface="Calibri"/>
              </a:rPr>
              <a:t>From newsletter to AI-powered decision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10789920" cy="36576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🔔  </a:t>
            </a:r>
            <a:r>
              <a:rPr sz="1500">
                <a:solidFill>
                  <a:srgbClr val="FFFFFF"/>
                </a:solidFill>
                <a:latin typeface="Calibri"/>
              </a:rPr>
              <a:t>Real-Time Alerts — push notifications when a significant deal breaks in tracked categories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📈  </a:t>
            </a:r>
            <a:r>
              <a:rPr sz="1500">
                <a:solidFill>
                  <a:srgbClr val="FFFFFF"/>
                </a:solidFill>
                <a:latin typeface="Calibri"/>
              </a:rPr>
              <a:t>Predictive Analytics — ML models forecasting deal likelihood based on company signals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🤝  </a:t>
            </a:r>
            <a:r>
              <a:rPr sz="1500">
                <a:solidFill>
                  <a:srgbClr val="FFFFFF"/>
                </a:solidFill>
                <a:latin typeface="Calibri"/>
              </a:rPr>
              <a:t>AI Decision Agents — autonomous agents that recommend actions (invest / monitor / avoid)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🌍  </a:t>
            </a:r>
            <a:r>
              <a:rPr sz="1500">
                <a:solidFill>
                  <a:srgbClr val="FFFFFF"/>
                </a:solidFill>
                <a:latin typeface="Calibri"/>
              </a:rPr>
              <a:t>Multi-Market Expansion — extend beyond India to SEA, Middle East &amp; global FMCG markets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008BFF"/>
                </a:solidFill>
                <a:latin typeface="Segoe UI Emoji"/>
              </a:rPr>
              <a:t>🔗  </a:t>
            </a:r>
            <a:r>
              <a:rPr sz="1500">
                <a:solidFill>
                  <a:srgbClr val="FFFFFF"/>
                </a:solidFill>
                <a:latin typeface="Calibri"/>
              </a:rPr>
              <a:t>CRM &amp; Workflow Integration — plug directly into Salesforce, Notion, or internal portals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623560"/>
            <a:ext cx="10789920" cy="914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3328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The foundation is built.  The intelligence layer is live.  The next step: a fully autonomous FMCG market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